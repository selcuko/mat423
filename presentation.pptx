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80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8FA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MAT423E · Numerical Solutions of ODEs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Numerical Simulation of</a:t>
            </a:r>
            <a:endParaRPr lang="en-US" sz="5600" dirty="0"/>
          </a:p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Rocket Flight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mass · Variable thrust · Quadratic drag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4206240"/>
            <a:ext cx="548640" cy="73152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4389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Euler vs 4th-order Runge–Kutta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Omer Selcuk · May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we're modelling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rocket is not a constant-mass system — and that matters numerically.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66751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changes continuously as fuel burns:  m(t) = M₀ − ṁ·t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Thrust is a piecewise function — on during burn, zero after cutoff.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depends on velocity AND density, which decay with altitude.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Gravity itself is altitude-dependent at the heights we reach.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Closed-form solutions don't exist — we must integrate numerically.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680960" y="1554480"/>
            <a:ext cx="384048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0" y="1554480"/>
            <a:ext cx="73152" cy="86868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162763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500,000 kg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863840" y="20116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mass M₀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80960" y="2633472"/>
            <a:ext cx="384048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80960" y="2633472"/>
            <a:ext cx="73152" cy="86868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0" y="2706624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1,500 kg/s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863840" y="309067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 rate ṁ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680960" y="3712464"/>
            <a:ext cx="384048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80960" y="3712464"/>
            <a:ext cx="73152" cy="86868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0" y="378561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3,000 m/s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863840" y="416966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Exhaust v_e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680960" y="4791456"/>
            <a:ext cx="3840480" cy="868680"/>
          </a:xfrm>
          <a:prstGeom prst="rect">
            <a:avLst/>
          </a:prstGeom>
          <a:solidFill>
            <a:srgbClr val="FFF4ED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80960" y="4791456"/>
            <a:ext cx="73152" cy="86868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63840" y="486460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0.92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863840" y="524865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T/W at liftoff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33856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Governing equations of motion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coupled system of ODEs in (y, v). Mass is closed-form in 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972800" cy="2743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9202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ẏ = v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97280" y="24688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v̇ = ( T(t) − m(t)·g(y) − ½·ρ(y)·C_d·A·v·|v| )  /  m(t)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97280" y="31089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m(t) = M₀ − ṁ·t   (while t &lt; t_burn);     T(t) = ṁ·v_e   (while t &lt; t_burn)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36576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g(y) = g₀·(R_E / (R_E + y))²        ρ(y) = ρ₀·exp(−y / H)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4754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v·|v| not v²?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must oppose velocity in both directions — ascending and descending — so the sign of v is preserved.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53035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ground-hold logic?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T/W = 0.92 &lt; 1: rocket can't accelerate upward at t = 0. We clamp acceleration to zero on the pad until enough fuel burns.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33856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methods, two accuracies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RHS, different stepping schemes. Global-error orders differ by three magnitudes.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394960" cy="4389120"/>
          </a:xfrm>
          <a:prstGeom prst="rect">
            <a:avLst/>
          </a:prstGeom>
          <a:solidFill>
            <a:srgbClr val="FFF4ED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54480"/>
            <a:ext cx="91440" cy="438912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916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88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Forward Euler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21488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1st-order · O(h) global error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69748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sₙ₊₁ = sₙ + h · f(tₙ, sₙ)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3474720"/>
            <a:ext cx="48463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RHS evaluation per step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to implement, easy to debug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Halving h roughly halves the error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Loses accuracy fast for stiff or sharp dynamics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554480"/>
            <a:ext cx="5394960" cy="4389120"/>
          </a:xfrm>
          <a:prstGeom prst="rect">
            <a:avLst/>
          </a:prstGeom>
          <a:solidFill>
            <a:srgbClr val="F0FAF1"/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1554480"/>
            <a:ext cx="91440" cy="4389120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6916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A0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Classic Runge–Kutta (RK4)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92240" y="21488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4th-order · O(h⁴) global error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92240" y="260604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k₁ = f(tₙ, sₙ)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k₂ = f(tₙ+h/2, sₙ+h/2·k₁)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k₃ = f(tₙ+h/2, sₙ+h/2·k₂)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k₄ = f(tₙ+h, sₙ+h·k₃)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sₙ₊₁ = sₙ + h/6·(k₁+2k₂+2k₃+k₄)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92240" y="461772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RHS evaluations per step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Halving h cuts error by 16×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for much larger h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33856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(Python, &lt; 60 lines per solver)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RHS, same termination logic — only the stepping line differs.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972800" cy="4297680"/>
          </a:xfrm>
          <a:prstGeom prst="rect">
            <a:avLst/>
          </a:prstGeom>
          <a:solidFill>
            <a:srgbClr val="0F1216"/>
          </a:solidFill>
          <a:ln w="12700">
            <a:solidFill>
              <a:srgbClr val="0F12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91640"/>
            <a:ext cx="52120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euler(state0, t0, dt, t_max):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ts, ys = [t0], [state0.copy()]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t, s   = t0, state0.copy()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t &lt; t_max: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  = s + dt * rhs(t, 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  = t + dt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ts.append(t); ys.append(s.copy())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97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s[0] &lt; 0 and t &gt; 1.0: break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np.array(ts), np.array(ys)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309360" y="1691640"/>
            <a:ext cx="52120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EA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rk4(state0, t0, dt, t_max):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ts, ys = [t0], [state0.copy()]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t, s   = t0, state0.copy()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t &lt; t_max: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k1 = rhs(t,        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k2 = rhs(t + dt/2, s + dt/2 * k1)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k3 = rhs(t + dt/2, s + dt/2 * k2)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k4 = rhs(t + dt,   s + dt   * k3)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  = s + dt/6 * (k1 + 2*k2 + 2*k3 + k4)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  = t + dt   ...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33856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Trajectory: where the methods disagree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Left: coarse step h = 2 s — Euler underestimates apogee by ~37 km. Right: fine step h = 0.1 s — both methods land within 1 km of reference.</a:t>
            </a:r>
            <a:endParaRPr lang="en-US" sz="1400" dirty="0"/>
          </a:p>
        </p:txBody>
      </p:sp>
      <p:pic>
        <p:nvPicPr>
          <p:cNvPr id="4" name="Image 0" descr="/sessions/inspiring-beautiful-feynman/mnt/outputs/deck_trajector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554480"/>
            <a:ext cx="11430000" cy="43891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5989320"/>
            <a:ext cx="10972800" cy="548640"/>
          </a:xfrm>
          <a:prstGeom prst="rect">
            <a:avLst/>
          </a:prstGeom>
          <a:solidFill>
            <a:srgbClr val="F0F6FF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physics, same code, different h.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h is choosing how much of the answer to trust — convergence on the next slide quantifies this.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33856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 cutoff: the moment the math becomes discontinuous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Thrust drops instantly to zero. Acceleration jumps from +81 m/s² to −9 m/s² — a 90 m/s² step.</a:t>
            </a:r>
            <a:endParaRPr lang="en-US" sz="1400" dirty="0"/>
          </a:p>
        </p:txBody>
      </p:sp>
      <p:pic>
        <p:nvPicPr>
          <p:cNvPr id="4" name="Image 0" descr="/sessions/inspiring-beautiful-feynman/mnt/outputs/deck_cutoff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554480"/>
            <a:ext cx="7772400" cy="4572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686800" y="1554480"/>
            <a:ext cx="292608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869680" y="16916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does the kink matter?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869680" y="2194560"/>
            <a:ext cx="26517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cutoff:  a = (T − mg − F_d)/m  → strongly positive.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cutoff:  a = −(g + F_d/m)  → ballistic deceleration.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Magnitude of jump = T / m_dry = 4.5 MN / 50 t = 90 m/s².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methods reproduce the kink correctly — it's data, not a bug.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solvers would shorten step near t = 300 s for safety.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133856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Convergence: theory meets practice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Log–log plot of |apogee − reference| vs step size. Euler tracks slope 1, RK4 tracks slope 4.</a:t>
            </a:r>
            <a:endParaRPr lang="en-US" sz="1400" dirty="0"/>
          </a:p>
        </p:txBody>
      </p:sp>
      <p:pic>
        <p:nvPicPr>
          <p:cNvPr id="4" name="Image 0" descr="/sessions/inspiring-beautiful-feynman/mnt/outputs/deck_convergen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463040"/>
            <a:ext cx="6858000" cy="4572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98080" y="1554480"/>
            <a:ext cx="420624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80960" y="16916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Apogee at varying h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680960" y="21488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 (s)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778240" y="2148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Euler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149840" y="2148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RK4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680960" y="2468880"/>
            <a:ext cx="3840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80960" y="25146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778240" y="2514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1180.1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0149840" y="2514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1217.0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680960" y="28803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778240" y="28803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1206.8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0149840" y="28803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1225.6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680960" y="32461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778240" y="32461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1220.4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0149840" y="32461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1229.9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680960" y="36118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778240" y="3611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1236.7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0149840" y="3611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1235.2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680960" y="39776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778240" y="39776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1232.9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0149840" y="39776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1233.8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7680960" y="43434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8778240" y="43434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1234.5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10149840" y="43434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1234.4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7680960" y="49377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values in km. Reference = RK4 at h = 0.01 s ≈ 1234.4 km.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7680960" y="53949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RK4 at h = 0.5 s already beats </a:t>
            </a:r>
            <a:pPr indent="0" marL="0">
              <a:buNone/>
            </a:pPr>
            <a:r>
              <a:rPr lang="en-US" sz="11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Euler at h = 0.1 s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1133856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640080" cy="64008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463040" y="14630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T/W before integrating.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463040" y="19202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given parameters, T/W = 0.92 — the rocket physically can't lift off at t = 0. Numerics won't save us from bad physics.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640080" cy="64008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463040" y="26974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 the method to match the physics.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463040" y="315468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Euler is fine for smooth, slow dynamics. For sharp transitions like engine cutoff, RK4 (or an adaptive scheme) saves orders of magnitude in step count.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977640"/>
            <a:ext cx="640080" cy="64008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977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463040" y="39319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Always verify with a convergence study.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463040" y="43891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once tells you a number. Running at three step sizes tells you whether to trust it. Look for the theoretical slope on a log–log plot.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5212080"/>
            <a:ext cx="640080" cy="64008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5212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463040" y="51663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Visualize the cutoff.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463040" y="56235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acceleration discontinuity is the most informative single feature of the trajectory. Plot a(t), not just y(t) and v(t).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33856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8000" dirty="0"/>
          </a:p>
        </p:txBody>
      </p:sp>
      <p:sp>
        <p:nvSpPr>
          <p:cNvPr id="3" name="Shape 1"/>
          <p:cNvSpPr/>
          <p:nvPr/>
        </p:nvSpPr>
        <p:spPr>
          <a:xfrm>
            <a:off x="640080" y="3840480"/>
            <a:ext cx="548640" cy="73152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023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+ notebook walkthrough: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4434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4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rocket_simulator.html · rocket_simulation.ipynb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4800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github.com/omrselcuk/mat423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6217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Omer Selcuk · MAT423E · May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Numerical Simulation of Rocket Flight</dc:title>
  <dc:subject>PptxGenJS Presentation</dc:subject>
  <dc:creator>Omer Selcuk</dc:creator>
  <cp:lastModifiedBy>Omer Selcuk</cp:lastModifiedBy>
  <cp:revision>1</cp:revision>
  <dcterms:created xsi:type="dcterms:W3CDTF">2026-05-18T13:30:49Z</dcterms:created>
  <dcterms:modified xsi:type="dcterms:W3CDTF">2026-05-18T13:30:49Z</dcterms:modified>
</cp:coreProperties>
</file>